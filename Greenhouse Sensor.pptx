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7" r:id="rId6"/>
    <p:sldId id="261" r:id="rId7"/>
    <p:sldId id="262" r:id="rId8"/>
    <p:sldId id="289" r:id="rId9"/>
    <p:sldId id="290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34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1/22/2022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/>
          <a:lstStyle>
            <a:lvl1pPr>
              <a:defRPr sz="900"/>
            </a:lvl1pPr>
          </a:lstStyle>
          <a:p>
            <a:pPr algn="l"/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/>
          <a:lstStyle/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1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Greenhouse Sensor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P Aadhith Sanjay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803426"/>
            <a:ext cx="3171825" cy="1325563"/>
          </a:xfrm>
        </p:spPr>
        <p:txBody>
          <a:bodyPr/>
          <a:lstStyle/>
          <a:p>
            <a:r>
              <a:rPr lang="en-ZA" dirty="0"/>
              <a:t>ABOUT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647784"/>
            <a:ext cx="4202806" cy="3189771"/>
          </a:xfrm>
        </p:spPr>
        <p:txBody>
          <a:bodyPr>
            <a:normAutofit/>
          </a:bodyPr>
          <a:lstStyle/>
          <a:p>
            <a:r>
              <a:rPr lang="en-US" dirty="0"/>
              <a:t>A greenhouse (also called a glasshouse, or, if with sufficient heating, a hothouse) is a structure with walls and roof made chiefly of transparent material, such as glass, in which plants requiring regulated climatic conditions are grown. </a:t>
            </a:r>
          </a:p>
          <a:p>
            <a:r>
              <a:rPr lang="en-US" dirty="0"/>
              <a:t>These structures range in size from small sheds to industrial-sized buildings. </a:t>
            </a:r>
          </a:p>
          <a:p>
            <a:r>
              <a:rPr lang="en-US" dirty="0"/>
              <a:t>The interior of a greenhouse exposed to sunlight becomes significantly warmer than the external temperature, protecting its contents in cold weather.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09419"/>
            <a:ext cx="4082142" cy="585788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Sunlight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/>
          <a:lstStyle/>
          <a:p>
            <a:r>
              <a:rPr lang="en-US" dirty="0"/>
              <a:t>Temperature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/>
          <a:lstStyle/>
          <a:p>
            <a:r>
              <a:rPr lang="en-US" dirty="0"/>
              <a:t>Electricity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/>
          <a:lstStyle/>
          <a:p>
            <a:r>
              <a:rPr lang="en-US" dirty="0"/>
              <a:t>COSTS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/>
          <a:lstStyle/>
          <a:p>
            <a:r>
              <a:rPr lang="en-US" dirty="0"/>
              <a:t>Since most of the plants require sunlight for faster growth maintaining a certain amount is necessary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/>
          <a:lstStyle/>
          <a:p>
            <a:r>
              <a:rPr lang="en-US" dirty="0"/>
              <a:t>Certain plants thrive in a particular temperature ranges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/>
          <a:lstStyle/>
          <a:p>
            <a:r>
              <a:rPr lang="en-US" dirty="0"/>
              <a:t>Greenhouses use a lot of electricity so using sensors to can help reduce the electricity used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/>
          <a:lstStyle/>
          <a:p>
            <a:r>
              <a:rPr lang="en-US" dirty="0"/>
              <a:t>Can help reduce the costs</a:t>
            </a:r>
          </a:p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0BF6865-7FAE-4B56-A995-ADF1582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319683"/>
            <a:ext cx="8421688" cy="1325563"/>
          </a:xfrm>
        </p:spPr>
        <p:txBody>
          <a:bodyPr/>
          <a:lstStyle/>
          <a:p>
            <a:r>
              <a:rPr lang="en-US" dirty="0"/>
              <a:t>Circuit</a:t>
            </a:r>
          </a:p>
        </p:txBody>
      </p:sp>
      <p:sp>
        <p:nvSpPr>
          <p:cNvPr id="80" name="Date Placeholder 79">
            <a:extLst>
              <a:ext uri="{FF2B5EF4-FFF2-40B4-BE49-F238E27FC236}">
                <a16:creationId xmlns:a16="http://schemas.microsoft.com/office/drawing/2014/main" id="{BC1F9D86-85D8-4FD0-B0D3-47D778722782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82" name="Slide Number Placeholder 81">
            <a:extLst>
              <a:ext uri="{FF2B5EF4-FFF2-40B4-BE49-F238E27FC236}">
                <a16:creationId xmlns:a16="http://schemas.microsoft.com/office/drawing/2014/main" id="{CE36A058-BEC2-4BC5-A467-F2EB2A36505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73CBB3-C185-4723-89F9-DCF41057C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95" y="1470991"/>
            <a:ext cx="6957810" cy="438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944" y="4624096"/>
            <a:ext cx="3139440" cy="1325563"/>
          </a:xfrm>
        </p:spPr>
        <p:txBody>
          <a:bodyPr/>
          <a:lstStyle/>
          <a:p>
            <a:r>
              <a:rPr lang="en-US" dirty="0"/>
              <a:t>Code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BCDA78F-B877-4530-B56B-2281312D5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191" y="644055"/>
            <a:ext cx="4210957" cy="543282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DBDFE55-55F0-4E7B-85F3-2A0CF4C3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699" y="843554"/>
            <a:ext cx="4263357" cy="523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C8A0126C-5B9A-4367-952E-B4474D74339D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B91D1B2-F002-440E-B7B8-B6B17911C58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5807613-0EF1-49A7-BF6F-C5DFDE030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596" y="754679"/>
            <a:ext cx="5210442" cy="483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43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/>
          <a:p>
            <a:r>
              <a:rPr lang="en-US" dirty="0"/>
              <a:t>2022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dark sales pitch_tm22318419_Win32_LW__SL_v3" id="{25F84EBA-C1D2-4AFA-BE29-F69FFF8F2DC6}" vid="{6C5BA4FE-EBF3-4DA8-82DB-24F1AF7B6C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47</TotalTime>
  <Words>154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Monoline</vt:lpstr>
      <vt:lpstr>Greenhouse Sensor</vt:lpstr>
      <vt:lpstr>ABOUT The Project</vt:lpstr>
      <vt:lpstr>PROBLEM</vt:lpstr>
      <vt:lpstr>Circuit</vt:lpstr>
      <vt:lpstr>Code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 Sensor</dc:title>
  <dc:creator>Aadhith Sanjay</dc:creator>
  <cp:lastModifiedBy> </cp:lastModifiedBy>
  <cp:revision>1</cp:revision>
  <dcterms:created xsi:type="dcterms:W3CDTF">2022-01-22T10:36:32Z</dcterms:created>
  <dcterms:modified xsi:type="dcterms:W3CDTF">2022-01-22T11:24:27Z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